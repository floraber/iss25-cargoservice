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753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6627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3718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8078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10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254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60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7777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667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0853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914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8756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8">
            <a:extLst>
              <a:ext uri="{FF2B5EF4-FFF2-40B4-BE49-F238E27FC236}">
                <a16:creationId xmlns:a16="http://schemas.microsoft.com/office/drawing/2014/main" id="{60E52DF2-6802-459B-AC2A-AF976DEB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9E31B7F4-C861-E669-4CDA-361243081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15300" y="3158963"/>
            <a:ext cx="3730839" cy="715987"/>
          </a:xfrm>
        </p:spPr>
        <p:txBody>
          <a:bodyPr anchor="b">
            <a:normAutofit/>
          </a:bodyPr>
          <a:lstStyle/>
          <a:p>
            <a:r>
              <a:rPr lang="it-IT" sz="4000" dirty="0" err="1"/>
              <a:t>cargoservice</a:t>
            </a:r>
            <a:endParaRPr lang="it-IT" sz="400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26924BB-4CAC-CEA9-A0D5-214C9F17D0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15300" y="902555"/>
            <a:ext cx="3137031" cy="979680"/>
          </a:xfrm>
        </p:spPr>
        <p:txBody>
          <a:bodyPr anchor="t">
            <a:noAutofit/>
          </a:bodyPr>
          <a:lstStyle/>
          <a:p>
            <a:r>
              <a:rPr lang="it-IT" sz="1800" dirty="0">
                <a:latin typeface="+mj-lt"/>
              </a:rPr>
              <a:t>Fasano Andrea</a:t>
            </a:r>
          </a:p>
          <a:p>
            <a:r>
              <a:rPr lang="it-IT" sz="1800" dirty="0">
                <a:latin typeface="+mj-lt"/>
              </a:rPr>
              <a:t>Florian Alberto</a:t>
            </a:r>
          </a:p>
          <a:p>
            <a:r>
              <a:rPr lang="it-IT" sz="1800" dirty="0">
                <a:latin typeface="+mj-lt"/>
              </a:rPr>
              <a:t>Sampaoli Giacomo</a:t>
            </a:r>
          </a:p>
        </p:txBody>
      </p:sp>
      <p:pic>
        <p:nvPicPr>
          <p:cNvPr id="24" name="Picture 3" descr="Sfondo tecnologia di rete">
            <a:extLst>
              <a:ext uri="{FF2B5EF4-FFF2-40B4-BE49-F238E27FC236}">
                <a16:creationId xmlns:a16="http://schemas.microsoft.com/office/drawing/2014/main" id="{0836DE40-78FC-2C50-7705-6B91EB05F53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70" r="1749" b="-1"/>
          <a:stretch>
            <a:fillRect/>
          </a:stretch>
        </p:blipFill>
        <p:spPr>
          <a:xfrm>
            <a:off x="20" y="10"/>
            <a:ext cx="7320707" cy="6857985"/>
          </a:xfrm>
          <a:prstGeom prst="rect">
            <a:avLst/>
          </a:prstGeom>
        </p:spPr>
      </p:pic>
      <p:cxnSp>
        <p:nvCxnSpPr>
          <p:cNvPr id="25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15300" y="723900"/>
            <a:ext cx="16383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645A0BDB-3E6D-1135-BA46-B06627B3DEE7}"/>
              </a:ext>
            </a:extLst>
          </p:cNvPr>
          <p:cNvSpPr txBox="1"/>
          <p:nvPr/>
        </p:nvSpPr>
        <p:spPr>
          <a:xfrm>
            <a:off x="8039323" y="5151679"/>
            <a:ext cx="34340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+mj-lt"/>
              </a:rPr>
              <a:t>INGEGNERIA DEI SISTEMI SOFTWARE 2024/2025</a:t>
            </a:r>
          </a:p>
        </p:txBody>
      </p:sp>
    </p:spTree>
    <p:extLst>
      <p:ext uri="{BB962C8B-B14F-4D97-AF65-F5344CB8AC3E}">
        <p14:creationId xmlns:p14="http://schemas.microsoft.com/office/powerpoint/2010/main" val="9719613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4E50879-2524-2686-F6BB-A037F0249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E938F9-5D16-A3DB-71B5-55C73184E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6651589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12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</vt:i4>
      </vt:variant>
    </vt:vector>
  </HeadingPairs>
  <TitlesOfParts>
    <vt:vector size="6" baseType="lpstr">
      <vt:lpstr>Arial</vt:lpstr>
      <vt:lpstr>Calisto MT</vt:lpstr>
      <vt:lpstr>Univers Condensed</vt:lpstr>
      <vt:lpstr>ChronicleVTI</vt:lpstr>
      <vt:lpstr>cargoservice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 Fasano - andrea.fasano3@studio.unibo.it</dc:creator>
  <cp:lastModifiedBy>Andrea Fasano - andrea.fasano3@studio.unibo.it</cp:lastModifiedBy>
  <cp:revision>1</cp:revision>
  <dcterms:created xsi:type="dcterms:W3CDTF">2025-11-24T09:25:22Z</dcterms:created>
  <dcterms:modified xsi:type="dcterms:W3CDTF">2025-11-24T09:43:49Z</dcterms:modified>
</cp:coreProperties>
</file>